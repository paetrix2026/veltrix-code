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8686800" cy="9144"/>
          </a:xfrm>
          <a:prstGeom prst="rect">
            <a:avLst/>
          </a:prstGeom>
          <a:solidFill>
            <a:srgbClr val="1A527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34440"/>
            <a:ext cx="8686800" cy="9144"/>
          </a:xfrm>
          <a:prstGeom prst="rect">
            <a:avLst/>
          </a:prstGeom>
          <a:solidFill>
            <a:srgbClr val="1A5276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011680"/>
            <a:ext cx="8686800" cy="9144"/>
          </a:xfrm>
          <a:prstGeom prst="rect">
            <a:avLst/>
          </a:prstGeom>
          <a:solidFill>
            <a:srgbClr val="1A527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788920"/>
            <a:ext cx="8686800" cy="9144"/>
          </a:xfrm>
          <a:prstGeom prst="rect">
            <a:avLst/>
          </a:prstGeom>
          <a:solidFill>
            <a:srgbClr val="1A527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3566160"/>
            <a:ext cx="8686800" cy="9144"/>
          </a:xfrm>
          <a:prstGeom prst="rect">
            <a:avLst/>
          </a:prstGeom>
          <a:solidFill>
            <a:srgbClr val="1A527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4343400"/>
            <a:ext cx="8686800" cy="9144"/>
          </a:xfrm>
          <a:prstGeom prst="rect">
            <a:avLst/>
          </a:prstGeom>
          <a:solidFill>
            <a:srgbClr val="1A5276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48F77"/>
                </a:solidFill>
              </a:rPr>
              <a:t>NATIONAL COMPETITION PROJECT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Multi-Hazard Rural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8F77"/>
                </a:solidFill>
              </a:rPr>
              <a:t>Monitoring &amp; Alert System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using GSM with Central Dashboard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7432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2004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1A527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Flood Detection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32004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1A5276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Soil Moisture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1A5276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Groundwater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32004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1A5276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Earthquake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C8D"/>
                </a:solidFill>
              </a:rPr>
              <a:t>Protecting Rural India through Smart Technology  |  Karnataka Region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914400"/>
            <a:ext cx="1371600" cy="1371600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60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48F77"/>
                </a:solidFill>
              </a:rPr>
              <a:t>Why rural India faces life-threatening disasters every year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4630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09728" cy="1463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4C3C"/>
                </a:solidFill>
              </a:rPr>
              <a:t>1,600+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Lives lost to floods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annually in India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14630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109728" cy="14630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051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9C12"/>
                </a:solidFill>
              </a:rPr>
              <a:t>₹1.8L Cr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Economic loss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natural disasters/year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51760" cy="14630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05840"/>
            <a:ext cx="109728" cy="146304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051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8F77"/>
                </a:solidFill>
              </a:rPr>
              <a:t>65%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Disaster-affected areas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are rural with no alerts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697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🌧️  Heavy Monsoon Rainfall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9900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Karnataka receives 1,500–3,500 mm/year. Rivers overflow within hours. Villages get submerged with no warning.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65176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697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🏔️  Landslides on Ghats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9900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Western Ghats slopes see soil saturation causing sudden landslides. No real-time soil moisture monitoring exists.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033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💧  Groundwater Crisis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0416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Borewells dry up silently. Farmers have no visibility into water table levels before drilling or irrigation decisions.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🌍  No Earthquake Awareness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0416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Seismic activity in Deccan region goes undetected at local level. Communities have zero vibration alert systems.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C8D"/>
                </a:solidFill>
              </a:rPr>
              <a:t>Source: NDMA, IMD India 2023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RURAL AREAS ARE MOST VULNERABLE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8F77"/>
                </a:solidFill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Early Warning Infrastructure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Urban areas have automated siren systems and emergency broadcasts. Rural villages rely entirely on word-of-mouth or government SMS — which often arrives after the disaster has already begun.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645920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51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8F77"/>
                </a:solidFill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40680" y="1097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Communication Blackouts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Internet connectivity is absent in 70%+ of rural India. During disasters, cell towers often fail. A system that uses basic GSM SMS as fallback is therefore essential for last-mile communication.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645920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880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8F77"/>
                </a:solidFill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Farmer &amp; Livelihood Dependency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383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Rural families depend on agriculture, livestock, and borewells. A single flood or landslide event can erase an entire season's income. Early warning gives them 30–60 minutes to act.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880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8F77"/>
                </a:solidFill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44068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Delayed Government Response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Disaster response teams take hours to reach remote areas. A local alert system empowers the village sarpanch or panchayat head to initiate evacuation without waiting for authorities.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8F8F5"/>
                </a:solidFill>
              </a:rPr>
              <a:t>Multi-Hazard Rural Monitoring &amp; Alert System using GSM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network of low-cost, solar-powered sensor nodes deployed across a village — each detecting floods, soil conditions, groundwater levels, and earthquakes — transmitting real-time data via GSM to a central dashboard and alerting villagers and authorities instantly via SMS.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11680"/>
            <a:ext cx="1554480" cy="73152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Multi-Sensor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Nodes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ESP32/Arduino nodes with flood, soil, water &amp; seismic sensors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57400" y="201168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57400" y="2011680"/>
            <a:ext cx="1554480" cy="73152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📶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05740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GSM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Connectivity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33832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Works without internet using SIM-based SMS and GPRS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201168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2011680"/>
            <a:ext cx="1554480" cy="73152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74904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Central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4760" y="33832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Real-time monitoring for authorities with maps and alerts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0680" y="201168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40680" y="2011680"/>
            <a:ext cx="1554480" cy="73152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4068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SMS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Alerts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33832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Instant SMS alerts to villagers in local language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201168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32320" y="2011680"/>
            <a:ext cx="1554480" cy="73152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☀️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13232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Solar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Powered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78040" y="33832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Battery + solar for uninterrupted 24/7 operation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 &amp; DATA 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7432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868680"/>
            <a:ext cx="1508760" cy="1371600"/>
          </a:xfrm>
          <a:prstGeom prst="rect">
            <a:avLst/>
          </a:prstGeom>
          <a:solidFill>
            <a:srgbClr val="148F7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SENSOR NODE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ESP32 + Sensors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 GSM Module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508760"/>
            <a:ext cx="2286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1938528" y="144475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868680"/>
            <a:ext cx="1508760" cy="137160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914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GSM NETWORK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481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SIM Card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SMS / GPRS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1508760"/>
            <a:ext cx="2286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3675888" y="144475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868680"/>
            <a:ext cx="1508760" cy="1371600"/>
          </a:xfrm>
          <a:prstGeom prst="rect">
            <a:avLst/>
          </a:prstGeom>
          <a:solidFill>
            <a:srgbClr val="7D3C9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914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SERVER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1481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MQTT / HTTP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 Storage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1508760"/>
            <a:ext cx="2286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5413248" y="144475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868680"/>
            <a:ext cx="1508760" cy="1371600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914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1481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Web Interface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Real-time Maps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1508760"/>
            <a:ext cx="2286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7150608" y="144475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868680"/>
            <a:ext cx="1508760" cy="13716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914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SMS ALERT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1481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Villagers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Authority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423160"/>
            <a:ext cx="4114800" cy="2468880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F77"/>
                </a:solidFill>
              </a:rPr>
              <a:t>DATA FLOW — NODE SIDE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2852928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Each node continuously reads sensor data every 30–60 seconds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Data is packaged into a JSON-like string and sent via GPRS to the cloud server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If GPRS fails, node switches to SMS mode for critical alerts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Server stores data and triggers threshold-based alerts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2423160"/>
            <a:ext cx="4114800" cy="2468880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DATA FLOW — SERVER &amp; ALERT SIDE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2852928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Dashboard auto-refreshes and shows live readings with color-coded status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If a reading crosses danger threshold, SMS is sent within 10 seconds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Multiple nodes can be monitored from one dashboard simultaneously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Authority receives both dashboard notification AND SMS backup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SENSORS — WHAT, WHY &amp; WHERE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914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🌊  Ultrasonic / Water Level Sensor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8F77"/>
                </a:solidFill>
              </a:rPr>
              <a:t>Model: HC-SR04 / Float Sensor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Measures water height in rivers or drainage channels. Triggers flood alert when level crosses danger mark.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276"/>
                </a:solidFill>
              </a:rPr>
              <a:t>📍 River banks, drainage outlets, low-lying entry roads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</a:rPr>
              <a:t>⚠️ Alert at: &gt; 80% of channel capacity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14400"/>
            <a:ext cx="4206240" cy="914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🌱  Soil Moisture Sensor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3716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8F77"/>
                </a:solidFill>
              </a:rPr>
              <a:t>Model: Capacitive Soil Sensor v1.2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Detects water content in soil. Critical for irrigation management and landslide risk on slopes.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2057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276"/>
                </a:solidFill>
              </a:rPr>
              <a:t>📍 Farm fields (irrigation), hillside slopes (landslide risk)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2286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</a:rPr>
              <a:t>⚠️ Alert at: &lt; 20% (drought) or &gt; 85% (landslide risk)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80360"/>
            <a:ext cx="4206240" cy="91440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9900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💧  Groundwater Level Sensor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3337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8F77"/>
                </a:solidFill>
              </a:rPr>
              <a:t>Model: Submersible Pressure Sensor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566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Monitors borewell water depth. Alerts when groundwater table drops critically or rises during floods.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023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276"/>
                </a:solidFill>
              </a:rPr>
              <a:t>📍 Inside existing borewells (2–5 m depth)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251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</a:rPr>
              <a:t>⚠️ Alert at: &lt; 5 m from surface = critical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8803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80360"/>
            <a:ext cx="4206240" cy="91440"/>
          </a:xfrm>
          <a:prstGeom prst="rect">
            <a:avLst/>
          </a:prstGeom>
          <a:solidFill>
            <a:srgbClr val="78281F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9900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🌍  Vibration / Seismic Sensor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00600" y="3337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8F77"/>
                </a:solidFill>
              </a:rPr>
              <a:t>Model: MPU6050 (Accelerometer)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566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Detects ground vibrations. Identifies earthquake-like tremors or structural movement.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4023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276"/>
                </a:solidFill>
              </a:rPr>
              <a:t>📍 Stable concrete base at central/panchayat location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4251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</a:rPr>
              <a:t>⚠️ Alert at: Vibration &gt; 0.5g acceleration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DEPLOYMENT &amp; INSTALLATION PLAN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560320" cy="36576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9C12"/>
                </a:solidFill>
              </a:rPr>
              <a:t>Example Deployment: Rural village near Uttara Kannada, Karnataka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237744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560320"/>
                <a:gridCol w="173736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Node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Sensor 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Send Interval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7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Node 1 — River Bank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Water level sensor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Near Kali/Sharavati river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Every 5 min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Node 2 — Agricultural Field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Soil moisture sensor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Farm on slope, 500m from village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Every 15 min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Node 3 — Borewell Point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Pressure/depth sensor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Village main borewell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Every 30 min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Node 4 — Village Center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MPU6050 seismic sensor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Panchayat building concrete floor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Continuous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Node 5 — Hill Slope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Soil moisture + rain gauge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Western Ghat slopes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Every 10 min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611880"/>
            <a:ext cx="8412480" cy="1371600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PHYSICAL SETUP REQUIREMENTS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0050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📦  Weatherproof IP65 enclosure for each node (outdoor rated)      🔋  12V 7Ah battery + 10W solar panel for continuous power (3–5 days backup)      📡  External GSM antenna for better signal in hilly terrain      🪝  Steel pole (2–3m) for mounting; concrete base for earthquake sensor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CENTRAL MONITORING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8F77"/>
                </a:solidFill>
              </a:rPr>
              <a:t>🖥️  RuralGuard Dashboard  |  Uttara Kannada Cluster  |  Last updated: 2 sec ago  |  Status: ● LIVE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508760" cy="114300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Node 1 — River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1.82 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</a:rPr>
              <a:t>⚠️ WARNING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0552" y="1371600"/>
            <a:ext cx="1508760" cy="114300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Node 2 — Soil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76272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78%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76272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8F77"/>
                </a:solidFill>
              </a:rPr>
              <a:t>✅ NORMAL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58184" y="1371600"/>
            <a:ext cx="1508760" cy="114300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16" name="Text 14"/>
          <p:cNvSpPr/>
          <p:nvPr/>
        </p:nvSpPr>
        <p:spPr>
          <a:xfrm>
            <a:off x="3803904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Node 3 — Borewell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03904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6.3 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803904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8F77"/>
                </a:solidFill>
              </a:rPr>
              <a:t>✅ NORMAL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85816" y="1371600"/>
            <a:ext cx="1508760" cy="114300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0" name="Text 18"/>
          <p:cNvSpPr/>
          <p:nvPr/>
        </p:nvSpPr>
        <p:spPr>
          <a:xfrm>
            <a:off x="5431536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Node 4 — Seismic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31536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0.02g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31536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8F77"/>
                </a:solidFill>
              </a:rPr>
              <a:t>✅ NORMAL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13448" y="1371600"/>
            <a:ext cx="1508760" cy="114300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4" name="Text 22"/>
          <p:cNvSpPr/>
          <p:nvPr/>
        </p:nvSpPr>
        <p:spPr>
          <a:xfrm>
            <a:off x="7059168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Node 5 — Slope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59168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91%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59168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🔴 DANGER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2606040"/>
            <a:ext cx="5303520" cy="201168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2651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8F77"/>
                </a:solidFill>
              </a:rPr>
              <a:t>📊  River Water Level — Last 6 Hours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3950208"/>
            <a:ext cx="548640" cy="438912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40740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10:00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490472" y="3785616"/>
            <a:ext cx="548640" cy="603504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2" name="Text 30"/>
          <p:cNvSpPr/>
          <p:nvPr/>
        </p:nvSpPr>
        <p:spPr>
          <a:xfrm>
            <a:off x="1463040" y="440740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11:00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95144" y="3621024"/>
            <a:ext cx="548640" cy="768096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4" name="Text 32"/>
          <p:cNvSpPr/>
          <p:nvPr/>
        </p:nvSpPr>
        <p:spPr>
          <a:xfrm>
            <a:off x="2267712" y="440740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12:00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99816" y="3511296"/>
            <a:ext cx="548640" cy="87782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6" name="Text 34"/>
          <p:cNvSpPr/>
          <p:nvPr/>
        </p:nvSpPr>
        <p:spPr>
          <a:xfrm>
            <a:off x="3072384" y="440740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13:00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904488" y="3390595"/>
            <a:ext cx="548640" cy="998525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8" name="Text 36"/>
          <p:cNvSpPr/>
          <p:nvPr/>
        </p:nvSpPr>
        <p:spPr>
          <a:xfrm>
            <a:off x="3877056" y="440740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14:00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09160" y="3412541"/>
            <a:ext cx="548640" cy="976579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0" name="Text 38"/>
          <p:cNvSpPr/>
          <p:nvPr/>
        </p:nvSpPr>
        <p:spPr>
          <a:xfrm>
            <a:off x="4681728" y="440740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15:00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943600" y="2606040"/>
            <a:ext cx="2743200" cy="201168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42" name="Text 40"/>
          <p:cNvSpPr/>
          <p:nvPr/>
        </p:nvSpPr>
        <p:spPr>
          <a:xfrm>
            <a:off x="603504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🚨  Recent Alerts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35040" y="29992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</a:rPr>
              <a:t>14:02 — Node 5 DANGER: Soil 91%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35040" y="3383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13:58 — Node 1 WARNING: Level 1.82m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35040" y="37673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13:45 — SMS sent to 5 villagers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35040" y="41513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13:30 — Node 1 WARNING: Level 1.6m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REAL-LIFE SCENARIO WALKTHROUGH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32004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🌊  SCENARIO 1: FLASH FLOOD — River bank near Siddapur, Karnataka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325880"/>
            <a:ext cx="201168" cy="20116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98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</a:rPr>
              <a:t>11:00 PM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12984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Heavy rain starts. Node 1 (river) detects rising water level: 0.9m → 1.2m within 30 minutes.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01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</a:rPr>
              <a:t>11:45 PM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180136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Water level crosses 1.5m (Warning threshold). Dashboard turns yellow. SMS sent to Gram Panchayat head.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33172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04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</a:rPr>
              <a:t>12:15 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230428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Level reaches 2.0m (Danger threshold). Red alert on dashboard. 47 villager phones receive SMS: 'FLOOD ALERT — Move to higher ground immediately.'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201168" cy="20116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807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</a:rPr>
              <a:t>12:30 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28072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Villagers evacuate. District collector notified. Node continues reporting every 5 minutes during the crisis.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3337560"/>
            <a:ext cx="201168" cy="201168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10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</a:rPr>
              <a:t>6:00 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33101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Water recedes to 0.8m. Dashboard shows Green status. All-clear SMS sent.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8595360" cy="3474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9776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🏔️  SCENARIO 2: LANDSLIDE RISK — Node 5 detects soil moisture 91% on slope → SMS sent → NDRF pre-alerted → No casualties.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6E2F1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434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🌍  SCENARIO 3: EARTHQUAKE TREMOR — Node 4 detects 0.6g vibration → Siren triggered → 3 minutes before neighboring district reports M3.2 quake.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137"/>
                </a:solidFill>
              </a:rPr>
              <a:t>BUSINESS MODEL &amp; REVENUE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27432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💰  COST PER NODE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3931920" cy="210312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</a:tblGrid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ESP32 Microcontroller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9C12"/>
                          </a:solidFill>
                        </a:rPr>
                        <a:t>₹350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SIM800L GSM Module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9C12"/>
                          </a:solidFill>
                        </a:rPr>
                        <a:t>₹450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Sensors (2-3 types)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9C12"/>
                          </a:solidFill>
                        </a:rPr>
                        <a:t>₹600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Solar Panel (10W)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9C12"/>
                          </a:solidFill>
                        </a:rPr>
                        <a:t>₹800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Battery + Regulator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9C12"/>
                          </a:solidFill>
                        </a:rPr>
                        <a:t>₹700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Enclosure + Pole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9C12"/>
                          </a:solidFill>
                        </a:rPr>
                        <a:t>₹500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SIM Card + Data Plan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9C12"/>
                          </a:solidFill>
                        </a:rPr>
                        <a:t>₹200/mo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</a:rPr>
                        <a:t>Labour &amp; Installation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39C12"/>
                          </a:solidFill>
                        </a:rPr>
                        <a:t>₹500</a:t>
                      </a:r>
                      <a:endParaRPr lang="en-US" sz="10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21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429000"/>
            <a:ext cx="393192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3493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F77"/>
                </a:solidFill>
              </a:rPr>
              <a:t>TOTAL PER NODE ≈ ₹4,100 (hardware)  +  ₹200/month (SIM)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4206240" cy="27432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8F77"/>
                </a:solidFill>
              </a:rPr>
              <a:t>📈  REVENUE MODEL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371600"/>
            <a:ext cx="54864" cy="41148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2" name="Text 9"/>
          <p:cNvSpPr/>
          <p:nvPr/>
        </p:nvSpPr>
        <p:spPr>
          <a:xfrm>
            <a:off x="4818888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Government / NDMA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18888" y="1591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System purchase + installation contract. ₹3–5L per panchayat.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09160" y="1920240"/>
            <a:ext cx="54864" cy="41148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5" name="Text 12"/>
          <p:cNvSpPr/>
          <p:nvPr/>
        </p:nvSpPr>
        <p:spPr>
          <a:xfrm>
            <a:off x="4818888" y="1920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State Disaster Dept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18888" y="2139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Annual monitoring subscription. ₹30,000/year/village.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2468880"/>
            <a:ext cx="54864" cy="41148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8" name="Text 15"/>
          <p:cNvSpPr/>
          <p:nvPr/>
        </p:nvSpPr>
        <p:spPr>
          <a:xfrm>
            <a:off x="4818888" y="2468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Panchayat / NGOs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18888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Subsidized nodes under PM-Fasal scheme or CSR funds.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09160" y="3017520"/>
            <a:ext cx="54864" cy="41148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1" name="Text 18"/>
          <p:cNvSpPr/>
          <p:nvPr/>
        </p:nvSpPr>
        <p:spPr>
          <a:xfrm>
            <a:off x="4818888" y="3017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Farmers (cooperative)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18888" y="3236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₹100–200/month per farmer for soil + water alerts.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754880" y="3493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39C12"/>
                </a:solidFill>
              </a:rPr>
              <a:t>Scalable to 500+ villages → Revenue potential ₹15+ Cr/year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148F7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 VILLAGE SETUP (5 Nodes + Dashboard + Setup): ≈ ₹25,000–35,000  |  Payback: &lt; 1 crop season saved from flooding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INNOVATION &amp; UNIQUENESS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56032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14400"/>
            <a:ext cx="4160520" cy="1828800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6052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9C12"/>
                </a:solidFill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Multi-Hazard in One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1481328"/>
            <a:ext cx="1371600" cy="256032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UNIQUE CAPABILITY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Most systems monitor ONE type of disaster. Ours monitors floods, landslides, groundwater crisis, AND earthquakes — all from one dashboard. This is rare even in commercial solutions.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160520" cy="1828800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416052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058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9C12"/>
                </a:solidFill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303520" y="1051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GSM-First Design for Rural India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1481328"/>
            <a:ext cx="1371600" cy="256032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RURAL-APPROPRIATE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We deliberately chose GSM over WiFi or LoRa because 97% of rural India has GSM coverage. SMS works even when smartphones have no data. This is a design decision grounded in reality.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4160520" cy="1828800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80360"/>
            <a:ext cx="416052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9718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9C12"/>
                </a:solidFill>
              </a:rPr>
              <a:t>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6868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Dual Alert System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3447288"/>
            <a:ext cx="1371600" cy="256032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447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LAST-MILE REACH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7947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While smart systems stop at dashboard, ours reaches villagers directly via SMS — no app needed, no internet needed. Even a basic Rs.500 phone receives life-saving alerts.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880360"/>
            <a:ext cx="4160520" cy="1828800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880360"/>
            <a:ext cx="416052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9718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9C12"/>
                </a:solidFill>
              </a:rPr>
              <a:t>4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530352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Low Cost &amp; Locally Maintainable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03520" y="3447288"/>
            <a:ext cx="1371600" cy="256032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0" y="3447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ACCESSIBLE TECH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37947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Total node cost under ₹5,000. Components available at any electronics shop. Any local electrician or engineering student can replace a module. No vendor lock-in.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LIMITATIONS &amp; HOW WE ADDRESS THEM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ADBD8"/>
                </a:solidFill>
              </a:rPr>
              <a:t>We are transparent about challenges — and we have answers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20624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24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4C3C"/>
                </a:solidFill>
              </a:rPr>
              <a:t>⚠️  GSM Tower Dependency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Risk: If the tower goes down during a disaster, GPRS data stops.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4023360" cy="36576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4708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276"/>
                </a:solidFill>
              </a:rPr>
              <a:t>✅  We use SMS as fallback (works even on congested networks). Nodes store last 10 readings locally on ESP32 EEPROM and re-send when reconnected.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420624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24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4C3C"/>
                </a:solidFill>
              </a:rPr>
              <a:t>⚠️  Sensor Accuracy &amp; Drift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Risk: Capacitive soil sensors can drift ±5% over time. Ultrasonic sensors affected by floating debris.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783080"/>
            <a:ext cx="4023360" cy="36576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4708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276"/>
                </a:solidFill>
              </a:rPr>
              <a:t>✅  Sensors are field-calibrated every 3 months. Alert thresholds have a ±10% safety buffer. Cross-validation between adjacent nodes detects anomalies.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26080"/>
            <a:ext cx="420624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35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4C3C"/>
                </a:solidFill>
              </a:rPr>
              <a:t>⚠️  Power During Floods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Risk: Solar panel may be submerged or blocked by clouds during heavy rain.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4023360" cy="36576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85876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276"/>
                </a:solidFill>
              </a:rPr>
              <a:t>✅  7Ah battery provides 5–7 days of operation without solar. Enclosures are IP67 rated. Nodes mounted at 3m height above flood level.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26080"/>
            <a:ext cx="420624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035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4C3C"/>
                </a:solidFill>
              </a:rPr>
              <a:t>⚠️  SMS Cost Overhead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46320" y="3383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Risk: Bulk SMS alerts to 50+ villagers cost ₹0.15/SMS × multiple alerts per event.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794760"/>
            <a:ext cx="4023360" cy="36576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85876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276"/>
                </a:solidFill>
              </a:rPr>
              <a:t>✅  We use tiered alerts: only critical-level events trigger mass SMS. Warning-level alerts only go to the authority. Monthly SMS cost estimated at ₹100–200 per village.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JUDGE QUESTIONS &amp; ANSWERS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743200" cy="36576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</a:rPr>
              <a:t>Prepared for 25+ technical, deployment, and business questions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1170432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</a:rPr>
              <a:t>Q: Why GSM and not LoRa or Zigbee?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4023360" cy="2743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630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A: GSM requires zero infrastructure — the SIM card connects to existing towers. LoRa needs a LoRaWAN gateway (₹8,000+). In rural India, GSM towers exist in 97% of inhabited areas.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206240" cy="1170432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</a:rPr>
              <a:t>Q: What if two sensors give conflicting readings?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92040" y="1417320"/>
            <a:ext cx="4023360" cy="2743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630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A: Our server-side logic cross-validates adjacent nodes. If Node 1 shows flood but Node 2 (500m away) shows normal, it flags a sensor error — not an alert.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13432"/>
            <a:ext cx="4206240" cy="1170432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3591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</a:rPr>
              <a:t>Q: How accurate is the earthquake detection?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679192"/>
            <a:ext cx="4023360" cy="2743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72491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A: MPU6050 detects g-force, not seismic magnitude. It acts as a local tremor early-warning trigger, not a seismograph. It gives 30-60 seconds local alert.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313432"/>
            <a:ext cx="4206240" cy="1170432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3591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</a:rPr>
              <a:t>Q: What is your data security approach?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2679192"/>
            <a:ext cx="4023360" cy="2743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72491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A: Data is sent over HTTPS to the server. Node authentication uses unique device keys. Dashboard access is password-protected per authority level.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575304"/>
            <a:ext cx="4206240" cy="1170432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6210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</a:rPr>
              <a:t>Q: How is the system maintained?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941064"/>
            <a:ext cx="4023360" cy="2743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98678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A: Remote diagnostics via GSM heartbeat. If a node doesn't send data for 30 minutes, dashboard raises a 'Node Offline' alert. On-site maintenance quarterly.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575304"/>
            <a:ext cx="4206240" cy="1170432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6210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</a:rPr>
              <a:t>Q: Can it scale to a full district?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3941064"/>
            <a:ext cx="4023360" cy="2743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98678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A: Yes. The server is cloud-hosted and can manage 500+ nodes simultaneously. Dashboard uses map-based clustering for multi-village view.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6858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(Current)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783080"/>
            <a:ext cx="146304" cy="146304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5-node village pilot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496312"/>
            <a:ext cx="146304" cy="146304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505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GSM SMS + GPRS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3209544"/>
            <a:ext cx="146304" cy="146304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6382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Web dashboard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3922776"/>
            <a:ext cx="146304" cy="146304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770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Manual calibration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50592" y="960120"/>
            <a:ext cx="2011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0592" y="960120"/>
            <a:ext cx="201168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8" name="Text 16"/>
          <p:cNvSpPr/>
          <p:nvPr/>
        </p:nvSpPr>
        <p:spPr>
          <a:xfrm>
            <a:off x="2450592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044952" y="960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(6 months)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23744" y="1783080"/>
            <a:ext cx="146304" cy="146304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1" name="Text 19"/>
          <p:cNvSpPr/>
          <p:nvPr/>
        </p:nvSpPr>
        <p:spPr>
          <a:xfrm>
            <a:off x="2724912" y="1737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AI threshold learning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23744" y="2496312"/>
            <a:ext cx="146304" cy="146304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3" name="Text 21"/>
          <p:cNvSpPr/>
          <p:nvPr/>
        </p:nvSpPr>
        <p:spPr>
          <a:xfrm>
            <a:off x="2724912" y="24505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LoRa backup channel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23744" y="3209544"/>
            <a:ext cx="146304" cy="146304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5" name="Text 23"/>
          <p:cNvSpPr/>
          <p:nvPr/>
        </p:nvSpPr>
        <p:spPr>
          <a:xfrm>
            <a:off x="2724912" y="316382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Mobile app for authority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23744" y="3922776"/>
            <a:ext cx="146304" cy="146304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7" name="Text 25"/>
          <p:cNvSpPr/>
          <p:nvPr/>
        </p:nvSpPr>
        <p:spPr>
          <a:xfrm>
            <a:off x="2724912" y="38770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Auto-calibration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26864" y="960120"/>
            <a:ext cx="2011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26864" y="960120"/>
            <a:ext cx="2011680" cy="6858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0" name="Text 28"/>
          <p:cNvSpPr/>
          <p:nvPr/>
        </p:nvSpPr>
        <p:spPr>
          <a:xfrm>
            <a:off x="4626864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🛰️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221224" y="960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(1 year)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0016" y="1783080"/>
            <a:ext cx="146304" cy="146304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33" name="Text 31"/>
          <p:cNvSpPr/>
          <p:nvPr/>
        </p:nvSpPr>
        <p:spPr>
          <a:xfrm>
            <a:off x="4901184" y="1737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Multi-village network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0016" y="2496312"/>
            <a:ext cx="146304" cy="146304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35" name="Text 33"/>
          <p:cNvSpPr/>
          <p:nvPr/>
        </p:nvSpPr>
        <p:spPr>
          <a:xfrm>
            <a:off x="4901184" y="24505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Satellite backup (NB-IoT)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0016" y="3209544"/>
            <a:ext cx="146304" cy="146304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37" name="Text 35"/>
          <p:cNvSpPr/>
          <p:nvPr/>
        </p:nvSpPr>
        <p:spPr>
          <a:xfrm>
            <a:off x="4901184" y="316382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Predictive flood ML model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0016" y="3922776"/>
            <a:ext cx="146304" cy="146304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39" name="Text 37"/>
          <p:cNvSpPr/>
          <p:nvPr/>
        </p:nvSpPr>
        <p:spPr>
          <a:xfrm>
            <a:off x="4901184" y="38770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District control room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803136" y="960120"/>
            <a:ext cx="2011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03136" y="960120"/>
            <a:ext cx="2011680" cy="685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2" name="Text 40"/>
          <p:cNvSpPr/>
          <p:nvPr/>
        </p:nvSpPr>
        <p:spPr>
          <a:xfrm>
            <a:off x="6803136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397496" y="960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(3 years)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76288" y="1783080"/>
            <a:ext cx="146304" cy="146304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45" name="Text 43"/>
          <p:cNvSpPr/>
          <p:nvPr/>
        </p:nvSpPr>
        <p:spPr>
          <a:xfrm>
            <a:off x="7077456" y="1737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State-level platform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876288" y="2496312"/>
            <a:ext cx="146304" cy="146304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47" name="Text 45"/>
          <p:cNvSpPr/>
          <p:nvPr/>
        </p:nvSpPr>
        <p:spPr>
          <a:xfrm>
            <a:off x="7077456" y="24505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NDMA API integration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876288" y="3209544"/>
            <a:ext cx="146304" cy="146304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49" name="Text 47"/>
          <p:cNvSpPr/>
          <p:nvPr/>
        </p:nvSpPr>
        <p:spPr>
          <a:xfrm>
            <a:off x="7077456" y="316382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Weather data fusion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76288" y="3922776"/>
            <a:ext cx="146304" cy="146304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51" name="Text 49"/>
          <p:cNvSpPr/>
          <p:nvPr/>
        </p:nvSpPr>
        <p:spPr>
          <a:xfrm>
            <a:off x="7077456" y="38770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Carbon credit revenue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8F77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 system that doesn't just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monitor — it saves lives.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6576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774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✅  Addresses 4 hazard types in one integrated, affordable system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✅  Designed for real rural India — GSM-based, no internet required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✅  Sub-₹35,000 full village deployment — realistic for panchayat budget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✅  Dual alert: Dashboard for authority + SMS for every villager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✅  Scalable from 1 village to 1,000 with the same platform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✅  Open roadmap toward AI prediction and satellite integration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"If one farmer escapes a flood because of this system — it has already succeeded."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Multi-Hazard Rural Monitoring &amp; Alert System</dc:title>
  <dc:subject>PptxGenJS Presentation</dc:subject>
  <dc:creator>Student Project</dc:creator>
  <cp:lastModifiedBy>Student Project</cp:lastModifiedBy>
  <cp:revision>1</cp:revision>
  <dcterms:created xsi:type="dcterms:W3CDTF">2026-04-29T09:52:17Z</dcterms:created>
  <dcterms:modified xsi:type="dcterms:W3CDTF">2026-04-29T09:52:17Z</dcterms:modified>
</cp:coreProperties>
</file>